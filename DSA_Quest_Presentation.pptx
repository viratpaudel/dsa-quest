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62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74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PROJECT  ·  DATA STRUCTURES &amp; ALGORITHMS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0" y="214884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1522476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Based Way to Learn Data Structures and Algorithms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2436876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memorizing algorithms. Play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67044" y="4617720"/>
            <a:ext cx="54864" cy="54864"/>
          </a:xfrm>
          <a:prstGeom prst="ellipse">
            <a:avLst/>
          </a:prstGeom>
          <a:solidFill>
            <a:srgbClr val="37E6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 Negi   ·   Akanshya Joshi   ·   Rohit Singh   ·   Virat Paudel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This Topic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05872" y="1005840"/>
            <a:ext cx="822960" cy="82296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5" name="Image 0" descr="assets/icon_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27" y="11045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57400"/>
            <a:ext cx="11091672" cy="1170432"/>
          </a:xfrm>
          <a:prstGeom prst="roundRect">
            <a:avLst>
              <a:gd name="adj" fmla="val 7031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487168"/>
            <a:ext cx="310896" cy="310896"/>
          </a:xfrm>
          <a:prstGeom prst="ellipse">
            <a:avLst/>
          </a:prstGeom>
          <a:solidFill>
            <a:srgbClr val="12162E"/>
          </a:solidFill>
          <a:ln w="15875">
            <a:solidFill>
              <a:srgbClr val="37E6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67128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learn DSA by watching videos or reading theory. It is boring and it does not stick.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410712"/>
            <a:ext cx="11091672" cy="1170432"/>
          </a:xfrm>
          <a:prstGeom prst="roundRect">
            <a:avLst>
              <a:gd name="adj" fmla="val 7031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41248" y="3840480"/>
            <a:ext cx="310896" cy="310896"/>
          </a:xfrm>
          <a:prstGeom prst="ellipse">
            <a:avLst/>
          </a:prstGeom>
          <a:solidFill>
            <a:srgbClr val="12162E"/>
          </a:solidFill>
          <a:ln w="15875">
            <a:solidFill>
              <a:srgbClr val="37E6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520440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wanted to build something where you actually do the operations, such as push, pop, traverse, and search, instead of just watching them happen.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4764024"/>
            <a:ext cx="11091672" cy="1170432"/>
          </a:xfrm>
          <a:prstGeom prst="roundRect">
            <a:avLst>
              <a:gd name="adj" fmla="val 7031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5193792"/>
            <a:ext cx="310896" cy="310896"/>
          </a:xfrm>
          <a:prstGeom prst="ellipse">
            <a:avLst/>
          </a:prstGeom>
          <a:solidFill>
            <a:srgbClr val="12162E"/>
          </a:solidFill>
          <a:ln w="15875">
            <a:solidFill>
              <a:srgbClr val="37E6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4873752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gave us a chance to build a real full stack application instead of a simple one file project.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05872" y="1005840"/>
            <a:ext cx="822960" cy="82296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5" name="Image 0" descr="assets/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27" y="11045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488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fall short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DSA tools are either plain textbook content or visualizers that just play an animation without asking the user to do anything. Nothing tracks how well a person is actually learning.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89320" y="21488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42B2C">
              <a:alpha val="92000"/>
            </a:srgbClr>
          </a:solidFill>
          <a:ln w="12700">
            <a:solidFill>
              <a:srgbClr val="37E6FF">
                <a:alpha val="5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DSA Quest fixes it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83464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Quest turns each topic into a small interactive puzzle. Users learn by doing, and the app tracks their progress over time so growth is visible, not assumed.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12140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6" name="Image 0" descr="assets/icon_poin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1762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112264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by doing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791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perform the operation yourself, such as popping items in order or running a traversal, and the app checks if you did it correctly.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54496" y="196596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212140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1" name="Image 1" descr="assets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1762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0296" y="2112264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progress tracking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6791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accounts with XP, streaks, and a leaderboard make progress feel like a game instead of a checklist.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" y="440740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6" name="Image 2" descr="assets/icon_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4622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4398264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difficulty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9651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increases automatically based on how well the player is doing, keeping the challenge fair.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54496" y="425196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9944" y="440740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1" name="Image 3" descr="assets/icon_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44622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0296" y="4398264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 that reacts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965192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world reacts to DSA actions, so changing a structure can change paths, rooms, or actions available.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Topics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05872" y="1005840"/>
            <a:ext cx="822960" cy="82296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5" name="Image 0" descr="assets/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27" y="1104595"/>
            <a:ext cx="625450" cy="62545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4160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7E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7E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37E6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Tower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and pop gameplay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Station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gameplay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 Road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traversal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Kingdom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challenges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Graph, BFS and 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Maze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Pathfinding puzzle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Dijkstra's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shortest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user and XP lookups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Heap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 and Dijkstra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ranking and shortest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AEB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large user 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E23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013509" cy="3017520"/>
          </a:xfrm>
          <a:prstGeom prst="roundRect">
            <a:avLst>
              <a:gd name="adj" fmla="val 4541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6210" y="2688336"/>
            <a:ext cx="658368" cy="658368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6" name="Image 0" descr="assets/icon_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215" y="2767340"/>
            <a:ext cx="500360" cy="50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6576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14800"/>
            <a:ext cx="1739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with Tailwind CSS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8181" y="2331720"/>
            <a:ext cx="2013509" cy="3017520"/>
          </a:xfrm>
          <a:prstGeom prst="roundRect">
            <a:avLst>
              <a:gd name="adj" fmla="val 4541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5751" y="2688336"/>
            <a:ext cx="658368" cy="658368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1" name="Image 1" descr="assets/icon_n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755" y="2767340"/>
            <a:ext cx="500360" cy="5003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55341" y="36576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2955341" y="4114800"/>
            <a:ext cx="1739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with Express.js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87722" y="2331720"/>
            <a:ext cx="2013509" cy="3017520"/>
          </a:xfrm>
          <a:prstGeom prst="roundRect">
            <a:avLst>
              <a:gd name="adj" fmla="val 4541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5292" y="2688336"/>
            <a:ext cx="658368" cy="658368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6" name="Image 2" descr="assets/icon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296" y="2767340"/>
            <a:ext cx="500360" cy="5003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4882" y="36576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5224882" y="4114800"/>
            <a:ext cx="1739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based login system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57262" y="2331720"/>
            <a:ext cx="2013509" cy="3017520"/>
          </a:xfrm>
          <a:prstGeom prst="roundRect">
            <a:avLst>
              <a:gd name="adj" fmla="val 4541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4833" y="2688336"/>
            <a:ext cx="658368" cy="658368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1" name="Image 3" descr="assets/icon_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837" y="2767340"/>
            <a:ext cx="500360" cy="5003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4422" y="36576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Leaderboard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494422" y="4114800"/>
            <a:ext cx="1739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updates with Socket.io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626803" y="2331720"/>
            <a:ext cx="2013509" cy="3017520"/>
          </a:xfrm>
          <a:prstGeom prst="roundRect">
            <a:avLst>
              <a:gd name="adj" fmla="val 4541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04374" y="2688336"/>
            <a:ext cx="658368" cy="658368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6" name="Image 4" descr="assets/icon_gi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3378" y="2767340"/>
            <a:ext cx="500360" cy="5003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63963" y="36576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9763963" y="4114800"/>
            <a:ext cx="173918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05872" y="1005840"/>
            <a:ext cx="822960" cy="82296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5" name="Image 0" descr="assets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27" y="11045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42B2C">
              <a:alpha val="92000"/>
            </a:srgbClr>
          </a:solidFill>
          <a:ln w="12700">
            <a:solidFill>
              <a:srgbClr val="37E6FF">
                <a:alpha val="5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965960"/>
            <a:ext cx="8439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data and nested rounds, including questions and answers, fit naturally as documents rather than strict tables.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483864" cy="2606040"/>
          </a:xfrm>
          <a:prstGeom prst="roundRect">
            <a:avLst>
              <a:gd name="adj" fmla="val 3509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520440"/>
            <a:ext cx="146304" cy="146304"/>
          </a:xfrm>
          <a:prstGeom prst="ellipse">
            <a:avLst/>
          </a:prstGeom>
          <a:solidFill>
            <a:srgbClr val="37E6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749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6052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info, XP, streak, and progress for every player.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2544" y="3246120"/>
            <a:ext cx="3483864" cy="2606040"/>
          </a:xfrm>
          <a:prstGeom prst="roundRect">
            <a:avLst>
              <a:gd name="adj" fmla="val 3509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6864" y="3520440"/>
            <a:ext cx="146304" cy="146304"/>
          </a:xfrm>
          <a:prstGeom prst="ellipse">
            <a:avLst/>
          </a:prstGeom>
          <a:solidFill>
            <a:srgbClr val="37E6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26864" y="3749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26864" y="416052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history of each user's attempts across all levels.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156448" y="3246120"/>
            <a:ext cx="3483864" cy="2606040"/>
          </a:xfrm>
          <a:prstGeom prst="roundRect">
            <a:avLst>
              <a:gd name="adj" fmla="val 3509"/>
            </a:avLst>
          </a:prstGeom>
          <a:solidFill>
            <a:srgbClr val="12162E">
              <a:alpha val="88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30768" y="3520440"/>
            <a:ext cx="146304" cy="146304"/>
          </a:xfrm>
          <a:prstGeom prst="ellipse">
            <a:avLst/>
          </a:prstGeom>
          <a:solidFill>
            <a:srgbClr val="37E6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30768" y="3749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30768" y="416052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view of top users, updated in real time.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05872" y="1005840"/>
            <a:ext cx="822960" cy="82296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5" name="Image 0" descr="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627" y="1104595"/>
            <a:ext cx="625450" cy="62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4884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Teena Negi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11880" y="240487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42B2C"/>
          </a:solidFill>
          <a:ln w="12700">
            <a:solidFill>
              <a:srgbClr val="37E6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11880" y="24048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2148840"/>
            <a:ext cx="5925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game screens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324612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Akanshya Joshi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11880" y="350215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42B2C"/>
          </a:solidFill>
          <a:ln w="12700">
            <a:solidFill>
              <a:srgbClr val="37E6FF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1880" y="350215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440680" y="3246120"/>
            <a:ext cx="5925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auth, and logic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34340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34340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Singh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11880" y="459943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42B2C"/>
          </a:solidFill>
          <a:ln w="12700">
            <a:solidFill>
              <a:srgbClr val="37E6FF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45994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4343400"/>
            <a:ext cx="5925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and leaderboard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44068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5440680"/>
            <a:ext cx="2743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Virat Paudel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11880" y="569671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42B2C"/>
          </a:solidFill>
          <a:ln w="12700">
            <a:solidFill>
              <a:srgbClr val="37E6FF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11880" y="56967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Logic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40680" y="5440680"/>
            <a:ext cx="5925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Traversals, BFS, DFS, Dijkstra, and testing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Players Can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7" name="Image 0" descr="assets/icon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130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and Signup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account creation and sign in using JWT based authentication.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7304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2752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2" name="Image 1" descr="assets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616" y="21305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3104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Full Levels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93336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Queue, Linked List, Tree, Graph, and Shortest Path, each a hands on puzzle.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5968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1416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7" name="Image 2" descr="assets/icon_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280" y="213055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11768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Vision Mode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82000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data structure working behind the current game world.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2" name="Image 3" descr="assets/icon_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27939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DSA Powers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learned concepts into useful abilities during gameplay.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37304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2752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7" name="Image 4" descr="assets/icon_too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7616" y="427939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23104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DSA System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93336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physically create stacks, queues, trees, and graph connections.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25968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1416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32" name="Image 5" descr="assets/icon_shuff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6280" y="427939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11768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Dungeon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382000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structure can change rooms, paths, or actions in the world.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7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Players Can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7" name="Image 0" descr="assets/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130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Debug Mode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structures and algorithm steps that players must find and repair.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7304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2752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2" name="Image 1" descr="assets/icon_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616" y="21305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23104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Challenges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93336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puzzle variations so the same level never repeats identical tasks.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25968" y="192024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1416" y="207568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17" name="Image 2" descr="assets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280" y="213055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11768" y="206654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Working View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382000" y="263347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operation or algorithm running behind each important action.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04088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2" name="Image 3" descr="assets/icon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27939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Rooms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challenges that reward players for discovering special sequences.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37304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92752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27" name="Image 4" descr="assets/icon_tren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7616" y="427939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23104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Boss Challenge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593336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adjusts using the player's own performance history.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25968" y="4069080"/>
            <a:ext cx="3514344" cy="1874520"/>
          </a:xfrm>
          <a:prstGeom prst="roundRect">
            <a:avLst>
              <a:gd name="adj" fmla="val 4390"/>
            </a:avLst>
          </a:prstGeom>
          <a:solidFill>
            <a:srgbClr val="12162E">
              <a:alpha val="85000"/>
            </a:srgbClr>
          </a:solidFill>
          <a:ln w="12700">
            <a:solidFill>
              <a:srgbClr val="2A2F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281416" y="4224528"/>
            <a:ext cx="457200" cy="4572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32" name="Image 5" descr="assets/icon_bar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6280" y="427939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811768" y="4215384"/>
            <a:ext cx="2645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Tree and Dashboard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8382000" y="4782312"/>
            <a:ext cx="3002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new abilities and shows strengths, weak topics, and progress.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2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508760"/>
            <a:ext cx="914400" cy="914400"/>
          </a:xfrm>
          <a:prstGeom prst="ellipse">
            <a:avLst/>
          </a:prstGeom>
          <a:solidFill>
            <a:srgbClr val="12162E">
              <a:alpha val="90000"/>
            </a:srgbClr>
          </a:solidFill>
          <a:ln w="15875">
            <a:solidFill>
              <a:srgbClr val="37E6FF">
                <a:alpha val="75000"/>
              </a:srgbClr>
            </a:solidFill>
            <a:prstDash val="solid"/>
          </a:ln>
        </p:spPr>
      </p:sp>
      <p:pic>
        <p:nvPicPr>
          <p:cNvPr id="3" name="Image 0" descr="assets/icon_gamep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004" y="1618488"/>
            <a:ext cx="694944" cy="6949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06040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QUEST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522476" y="33832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F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memorizing algorithms. Play them.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067044" y="4114800"/>
            <a:ext cx="54864" cy="54864"/>
          </a:xfrm>
          <a:prstGeom prst="ellipse">
            <a:avLst/>
          </a:prstGeom>
          <a:solidFill>
            <a:srgbClr val="37E6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82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Teena Negi   ·   Akanshya Joshi   ·   Rohit Singh   ·   Virat Paudel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Widescreen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Akankshya</cp:lastModifiedBy>
  <cp:revision>1</cp:revision>
  <dcterms:created xsi:type="dcterms:W3CDTF">2026-09-11T02:01:03Z</dcterms:created>
  <dcterms:modified xsi:type="dcterms:W3CDTF">2026-09-11T02:03:27Z</dcterms:modified>
</cp:coreProperties>
</file>